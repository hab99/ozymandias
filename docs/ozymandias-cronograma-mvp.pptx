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0290456-7c72-d6cd-267a-399ed023f8bb}">
          <p14:sldIdLst>
            <p14:sldId id="256"/>
            <p14:sldId id="257"/>
            <p14:sldId id="258"/>
            <p14:sldId id="259"/>
          </p14:sldIdLst>
        </p14:section>
        <p14:section name="Semanas" id="{91da4562-876a-da76-0542-353a3a0c9955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traso" id="{7149bff2-315e-6c90-097e-886241b91694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Ozymandias · Cronograma do MVP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Cronograma do MVP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Da semana 0 à tag v0.1.0-mvp, em sete etapas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Ozymandias  ·  Guilherme Nascimento Silva  ·  outubro de 2026</a:t>
            </a:r>
            <a:endParaRPr lang="en-US" sz="1400" dirty="0"/>
          </a:p>
        </p:txBody>
      </p:sp>
      <p:sp>
        <p:nvSpPr>
          <p:cNvPr id="5" name="anel"/>
          <p:cNvSpPr/>
          <p:nvPr/>
        </p:nvSpPr>
        <p:spPr>
          <a:xfrm>
            <a:off x="9052560" y="1463040"/>
            <a:ext cx="2926080" cy="2926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icone calendari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3317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Sete etapas, dois marcos</a:t>
            </a:r>
            <a:endParaRPr lang="en-US" sz="3400" dirty="0"/>
          </a:p>
        </p:txBody>
      </p:sp>
      <p:sp>
        <p:nvSpPr>
          <p:cNvPr id="3" name="linha do tempo"/>
          <p:cNvSpPr/>
          <p:nvPr/>
        </p:nvSpPr>
        <p:spPr>
          <a:xfrm>
            <a:off x="1005840" y="1874520"/>
            <a:ext cx="962863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semana 0 circle"/>
          <p:cNvSpPr/>
          <p:nvPr/>
        </p:nvSpPr>
        <p:spPr>
          <a:xfrm>
            <a:off x="950976" y="1545336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emana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984" y="1703344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Semana 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Preparação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015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Ferramentas, contas e leitura</a:t>
            </a:r>
            <a:endParaRPr lang="en-US" sz="1300" dirty="0"/>
          </a:p>
        </p:txBody>
      </p:sp>
      <p:sp>
        <p:nvSpPr>
          <p:cNvPr id="9" name="semana 1 circle"/>
          <p:cNvSpPr/>
          <p:nvPr/>
        </p:nvSpPr>
        <p:spPr>
          <a:xfrm>
            <a:off x="2555748" y="1545336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emana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756" y="1703344"/>
            <a:ext cx="342351" cy="3423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53412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Semana 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153412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Fundação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153412" y="34015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Docker, Alembic, CI verde</a:t>
            </a:r>
            <a:endParaRPr lang="en-US" sz="1300" dirty="0"/>
          </a:p>
        </p:txBody>
      </p:sp>
      <p:sp>
        <p:nvSpPr>
          <p:cNvPr id="14" name="semana 2 circle"/>
          <p:cNvSpPr/>
          <p:nvPr/>
        </p:nvSpPr>
        <p:spPr>
          <a:xfrm>
            <a:off x="4160520" y="1545336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emana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528" y="1703344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58184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Semana 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758184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758184" y="34015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H1 · H2 · H3</a:t>
            </a:r>
            <a:endParaRPr lang="en-US" sz="1300" dirty="0"/>
          </a:p>
        </p:txBody>
      </p:sp>
      <p:sp>
        <p:nvSpPr>
          <p:cNvPr id="19" name="semana 3 circle"/>
          <p:cNvSpPr/>
          <p:nvPr/>
        </p:nvSpPr>
        <p:spPr>
          <a:xfrm>
            <a:off x="5765292" y="1545336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emana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300" y="1703344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62956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Semana 3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362956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Papéis e solicitação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362956" y="34015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H4 · H5 · H6 · H14</a:t>
            </a:r>
            <a:endParaRPr lang="en-US" sz="1300" dirty="0"/>
          </a:p>
        </p:txBody>
      </p:sp>
      <p:sp>
        <p:nvSpPr>
          <p:cNvPr id="24" name="semana 4 circle"/>
          <p:cNvSpPr/>
          <p:nvPr/>
        </p:nvSpPr>
        <p:spPr>
          <a:xfrm>
            <a:off x="7370064" y="1545336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semana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072" y="1703344"/>
            <a:ext cx="342351" cy="34235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967728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Semana 4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967728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de estados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967728" y="34015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H7 a H10 · H13</a:t>
            </a:r>
            <a:endParaRPr lang="en-US" sz="1300" dirty="0"/>
          </a:p>
        </p:txBody>
      </p:sp>
      <p:sp>
        <p:nvSpPr>
          <p:cNvPr id="29" name="semana 5 circle"/>
          <p:cNvSpPr/>
          <p:nvPr/>
        </p:nvSpPr>
        <p:spPr>
          <a:xfrm>
            <a:off x="8974836" y="1545336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semana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844" y="1703344"/>
            <a:ext cx="342351" cy="34235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7250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Semana 5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57250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 de 50%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572500" y="34015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H11 · H12</a:t>
            </a:r>
            <a:endParaRPr lang="en-US" sz="1300" dirty="0"/>
          </a:p>
        </p:txBody>
      </p:sp>
      <p:sp>
        <p:nvSpPr>
          <p:cNvPr id="34" name="semana 6 circle"/>
          <p:cNvSpPr/>
          <p:nvPr/>
        </p:nvSpPr>
        <p:spPr>
          <a:xfrm>
            <a:off x="10579608" y="1545336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semana 6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7616" y="1703344"/>
            <a:ext cx="342351" cy="34235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177272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Semana 6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10177272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Folga e acabamento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10177272" y="34015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Documentação e tag</a:t>
            </a:r>
            <a:endParaRPr lang="en-US" sz="1300" dirty="0"/>
          </a:p>
        </p:txBody>
      </p:sp>
      <p:sp>
        <p:nvSpPr>
          <p:cNvPr id="39" name="marco Peça 0 · fim da semana 1"/>
          <p:cNvSpPr/>
          <p:nvPr/>
        </p:nvSpPr>
        <p:spPr>
          <a:xfrm>
            <a:off x="548640" y="4434840"/>
            <a:ext cx="5449824" cy="146304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40" name="Peça 0 · fim da semana 1 circle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1" name="Peça 0 · fim da semana 1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" y="4999939"/>
            <a:ext cx="332842" cy="33284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64592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 0 · fim da semana 1</a:t>
            </a:r>
            <a:endParaRPr lang="en-US" sz="2000" dirty="0"/>
          </a:p>
        </p:txBody>
      </p:sp>
      <p:sp>
        <p:nvSpPr>
          <p:cNvPr id="43" name="Text 33"/>
          <p:cNvSpPr txBox="1"/>
          <p:nvPr/>
        </p:nvSpPr>
        <p:spPr>
          <a:xfrm>
            <a:off x="1645920" y="504748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docker compose up sobe tudo e o pipeline do GitLab passa verde</a:t>
            </a:r>
            <a:endParaRPr lang="en-US" sz="1500" dirty="0"/>
          </a:p>
        </p:txBody>
      </p:sp>
      <p:sp>
        <p:nvSpPr>
          <p:cNvPr id="44" name="marco MVP · fim da semana 6"/>
          <p:cNvSpPr/>
          <p:nvPr/>
        </p:nvSpPr>
        <p:spPr>
          <a:xfrm>
            <a:off x="6190488" y="4434840"/>
            <a:ext cx="5449824" cy="146304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</p:sp>
      <p:sp>
        <p:nvSpPr>
          <p:cNvPr id="45" name="MVP · fim da semana 6 circle"/>
          <p:cNvSpPr/>
          <p:nvPr/>
        </p:nvSpPr>
        <p:spPr>
          <a:xfrm>
            <a:off x="6464808" y="4846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6" name="MVP · fim da semana 6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8427" y="4999939"/>
            <a:ext cx="332842" cy="33284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287768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· fim da semana 6</a:t>
            </a:r>
            <a:endParaRPr lang="en-US" sz="2000" dirty="0"/>
          </a:p>
        </p:txBody>
      </p:sp>
      <p:sp>
        <p:nvSpPr>
          <p:cNvPr id="48" name="Text 37"/>
          <p:cNvSpPr txBox="1"/>
          <p:nvPr/>
        </p:nvSpPr>
        <p:spPr>
          <a:xfrm>
            <a:off x="7287768" y="504748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Jornada solicitação → proposta → aceite → sinal pago pela API, com testes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Quatro regras para seguir o cronograma</a:t>
            </a:r>
            <a:endParaRPr lang="en-US" sz="3400" dirty="0"/>
          </a:p>
        </p:txBody>
      </p:sp>
      <p:sp>
        <p:nvSpPr>
          <p:cNvPr id="3" name="regra 0"/>
          <p:cNvSpPr/>
          <p:nvPr/>
        </p:nvSpPr>
        <p:spPr>
          <a:xfrm>
            <a:off x="548640" y="1371600"/>
            <a:ext cx="5449824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4" name="regra 0 circle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regra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por critério, não por calendário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semana só termina quando todos os itens de “pronto para avançar” estão marcados. A data mede atraso.</a:t>
            </a:r>
            <a:endParaRPr lang="en-US" sz="1500" dirty="0"/>
          </a:p>
        </p:txBody>
      </p:sp>
      <p:sp>
        <p:nvSpPr>
          <p:cNvPr id="8" name="regra 1"/>
          <p:cNvSpPr/>
          <p:nvPr/>
        </p:nvSpPr>
        <p:spPr>
          <a:xfrm>
            <a:off x="6190488" y="1371600"/>
            <a:ext cx="5449824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9" name="regra 1 circle"/>
          <p:cNvSpPr/>
          <p:nvPr/>
        </p:nvSpPr>
        <p:spPr>
          <a:xfrm>
            <a:off x="6510528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egra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147" y="18452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79208" y="1691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Cerca de 12 horas por semana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10528" y="25146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Três noites de 2 h e 6 h no fim de semana. Ritmo diferente estica as semanas, mas não muda a ordem.</a:t>
            </a:r>
            <a:endParaRPr lang="en-US" sz="1500" dirty="0"/>
          </a:p>
        </p:txBody>
      </p:sp>
      <p:sp>
        <p:nvSpPr>
          <p:cNvPr id="13" name="regra 2"/>
          <p:cNvSpPr/>
          <p:nvPr/>
        </p:nvSpPr>
        <p:spPr>
          <a:xfrm>
            <a:off x="548640" y="3749040"/>
            <a:ext cx="5449824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4" name="regra 2 circle"/>
          <p:cNvSpPr/>
          <p:nvPr/>
        </p:nvSpPr>
        <p:spPr>
          <a:xfrm>
            <a:off x="86868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regra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2226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4069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sessão fecha o ciclo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Um commit pequeno, o CI verde e uma linha no diário de engenharia: o que fiz, o que quebrou, o que aprendi.</a:t>
            </a:r>
            <a:endParaRPr lang="en-US" sz="1500" dirty="0"/>
          </a:p>
        </p:txBody>
      </p:sp>
      <p:sp>
        <p:nvSpPr>
          <p:cNvPr id="18" name="regra 3"/>
          <p:cNvSpPr/>
          <p:nvPr/>
        </p:nvSpPr>
        <p:spPr>
          <a:xfrm>
            <a:off x="6190488" y="3749040"/>
            <a:ext cx="5449824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9" name="regra 3 circle"/>
          <p:cNvSpPr/>
          <p:nvPr/>
        </p:nvSpPr>
        <p:spPr>
          <a:xfrm>
            <a:off x="6510528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regra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42226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79208" y="4069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de domingo, 30 minutos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10528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Marcar os critérios, resumir a semana no diário e decidir se avança.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Definição de pronto de qualquer tarefa</a:t>
            </a:r>
            <a:endParaRPr lang="en-US" sz="3400" dirty="0"/>
          </a:p>
        </p:txBody>
      </p:sp>
      <p:sp>
        <p:nvSpPr>
          <p:cNvPr id="3" name="dod 0"/>
          <p:cNvSpPr/>
          <p:nvPr/>
        </p:nvSpPr>
        <p:spPr>
          <a:xfrm>
            <a:off x="548640" y="146304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dod 0 circle"/>
          <p:cNvSpPr/>
          <p:nvPr/>
        </p:nvSpPr>
        <p:spPr>
          <a:xfrm>
            <a:off x="822960" y="161848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dod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1763329"/>
            <a:ext cx="313822" cy="3138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63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Tem teste automatizado, e ele passa</a:t>
            </a:r>
            <a:endParaRPr lang="en-US" sz="1900" dirty="0"/>
          </a:p>
        </p:txBody>
      </p:sp>
      <p:sp>
        <p:nvSpPr>
          <p:cNvPr id="7" name="dod 1"/>
          <p:cNvSpPr/>
          <p:nvPr/>
        </p:nvSpPr>
        <p:spPr>
          <a:xfrm>
            <a:off x="548640" y="256032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</p:sp>
      <p:sp>
        <p:nvSpPr>
          <p:cNvPr id="8" name="dod 1 circle"/>
          <p:cNvSpPr/>
          <p:nvPr/>
        </p:nvSpPr>
        <p:spPr>
          <a:xfrm>
            <a:off x="822960" y="271576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dod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01" y="2860609"/>
            <a:ext cx="313822" cy="31382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2560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CI verde no GitLab: ruff, mypy e pytest</a:t>
            </a:r>
            <a:endParaRPr lang="en-US" sz="1900" dirty="0"/>
          </a:p>
        </p:txBody>
      </p:sp>
      <p:sp>
        <p:nvSpPr>
          <p:cNvPr id="11" name="dod 2"/>
          <p:cNvSpPr/>
          <p:nvPr/>
        </p:nvSpPr>
        <p:spPr>
          <a:xfrm>
            <a:off x="548640" y="365760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2" name="dod 2 circle"/>
          <p:cNvSpPr/>
          <p:nvPr/>
        </p:nvSpPr>
        <p:spPr>
          <a:xfrm>
            <a:off x="822960" y="381304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dod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01" y="3957889"/>
            <a:ext cx="313822" cy="31382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36576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Nenhum segredo no código: senhas e chaves só no .env, fora do repositório</a:t>
            </a:r>
            <a:endParaRPr lang="en-US" sz="1900" dirty="0"/>
          </a:p>
        </p:txBody>
      </p:sp>
      <p:sp>
        <p:nvSpPr>
          <p:cNvPr id="15" name="dod 3"/>
          <p:cNvSpPr/>
          <p:nvPr/>
        </p:nvSpPr>
        <p:spPr>
          <a:xfrm>
            <a:off x="548640" y="475488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</p:spPr>
      </p:sp>
      <p:sp>
        <p:nvSpPr>
          <p:cNvPr id="16" name="dod 3 circle"/>
          <p:cNvSpPr/>
          <p:nvPr/>
        </p:nvSpPr>
        <p:spPr>
          <a:xfrm>
            <a:off x="822960" y="491032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dod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801" y="5055169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91640" y="47548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Decisão de arquitetura tomada vira um ADR em docs/adr/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Se faltar qualquer um dos quatro, a tarefa não está pronta, mesmo que funcione na sua máquina.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Semana 0 · Preparação</a:t>
            </a:r>
            <a:endParaRPr lang="en-US" sz="3400" dirty="0"/>
          </a:p>
        </p:txBody>
      </p:sp>
      <p:sp>
        <p:nvSpPr>
          <p:cNvPr id="3" name="comeca quando"/>
          <p:cNvSpPr/>
          <p:nvPr/>
        </p:nvSpPr>
        <p:spPr>
          <a:xfrm>
            <a:off x="548640" y="1280160"/>
            <a:ext cx="67208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Começa quando: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você aceitar o contrato do projeto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6720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Instalar Python 3.12, uv, Git, VS Code e a Stripe CLI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Conferir o Docker Desktop (docker run hello-world)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Criar o projeto no GitLab e o repositório vazio no GitHub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Criar a conta do Stripe, somente em modo teste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Não abrir a AWS ainda: a conta abre na semana 8, para não queimar créditos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Ler o mvp.md inteiro e anotar dúvidas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Estudar FastAPI do Zero e o tutorial do SQLAlchemy 2.0 (cerca de 6 h)</a:t>
            </a:r>
            <a:endParaRPr lang="en-US" sz="1700" dirty="0"/>
          </a:p>
        </p:txBody>
      </p:sp>
      <p:sp>
        <p:nvSpPr>
          <p:cNvPr id="7" name="pronto para avancar"/>
          <p:cNvSpPr/>
          <p:nvPr/>
        </p:nvSpPr>
        <p:spPr>
          <a:xfrm>
            <a:off x="7498080" y="1280160"/>
            <a:ext cx="4142232" cy="493776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8" name="pronto circle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362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4964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avançar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46888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python, uv, docker e stripe respondem no terminal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Contas do GitLab, GitHub e Stripe (teste) criadas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Dúvidas do mvp.md respondidas ou anotadas no diário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Semana 1 · Fundação</a:t>
            </a:r>
            <a:endParaRPr lang="en-US" sz="3400" dirty="0"/>
          </a:p>
        </p:txBody>
      </p:sp>
      <p:sp>
        <p:nvSpPr>
          <p:cNvPr id="3" name="comeca quando"/>
          <p:cNvSpPr/>
          <p:nvPr/>
        </p:nvSpPr>
        <p:spPr>
          <a:xfrm>
            <a:off x="548640" y="1280160"/>
            <a:ext cx="67208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Começa quando: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semana 0 estiver concluída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6720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Estrutura src/ozymandias e tests; pyproject com uv, ruff, mypy e pytest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Configuração com pydantic-settings; .env.example versionado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FastAPI com /health que testa o banco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Dockerfile e docker-compose com API, PostgreSQL 16 e Mailpit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Alembic e a primeira migration: usuario, cliente, projeto, evento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Primeiro teste com testcontainers e .gitlab-ci.yml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Espelho para o GitHub, README em inglês, ADRs 0001 e 0002, diário</a:t>
            </a:r>
            <a:endParaRPr lang="en-US" sz="1700" dirty="0"/>
          </a:p>
        </p:txBody>
      </p:sp>
      <p:sp>
        <p:nvSpPr>
          <p:cNvPr id="7" name="pronto para avancar"/>
          <p:cNvSpPr/>
          <p:nvPr/>
        </p:nvSpPr>
        <p:spPr>
          <a:xfrm>
            <a:off x="7498080" y="1280160"/>
            <a:ext cx="4142232" cy="493776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8" name="pronto circle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362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4964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Marco: Peça 0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46888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Clonando do zero, docker compose up sobe tudo e /health responde 200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Migrations aplicam num banco vazio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Pipeline do GitLab verde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Código aparece no GitHub sem push manual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Semana 2 · Autenticação</a:t>
            </a:r>
            <a:endParaRPr lang="en-US" sz="3400" dirty="0"/>
          </a:p>
        </p:txBody>
      </p:sp>
      <p:sp>
        <p:nvSpPr>
          <p:cNvPr id="3" name="comeca quando"/>
          <p:cNvSpPr/>
          <p:nvPr/>
        </p:nvSpPr>
        <p:spPr>
          <a:xfrm>
            <a:off x="548640" y="1280160"/>
            <a:ext cx="67208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Começa quando: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Peça 0 estiver verde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6720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Migrations: credenciais, sessao_refresh e token_email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H1 · registro com argon2id, mesma resposta para e-mail novo ou existente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H2 · verificação de e-mail com token de 24 h, entregue no Mailpit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H3 · login, access de 15 min e refresh de 7 dias guardado como hash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Rotação do refresh, detecção de reuso e logout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Bloqueio após 5 tentativas erradas (429)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Formato único de erro em JSON (RFC 9457)</a:t>
            </a:r>
            <a:endParaRPr lang="en-US" sz="1700" dirty="0"/>
          </a:p>
        </p:txBody>
      </p:sp>
      <p:sp>
        <p:nvSpPr>
          <p:cNvPr id="7" name="pronto para avancar"/>
          <p:cNvSpPr/>
          <p:nvPr/>
        </p:nvSpPr>
        <p:spPr>
          <a:xfrm>
            <a:off x="7498080" y="1280160"/>
            <a:ext cx="4142232" cy="493776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8" name="pronto circle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362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4964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avançar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46888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Todos os critérios de H1, H2 e H3 com teste passando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Teste de reuso do refresh passando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Nenhuma senha ou token nos logs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Semana 3 · Papéis, cadastro e solicitação</a:t>
            </a:r>
            <a:endParaRPr lang="en-US" sz="3400" dirty="0"/>
          </a:p>
        </p:txBody>
      </p:sp>
      <p:sp>
        <p:nvSpPr>
          <p:cNvPr id="3" name="comeca quando"/>
          <p:cNvSpPr/>
          <p:nvPr/>
        </p:nvSpPr>
        <p:spPr>
          <a:xfrm>
            <a:off x="548640" y="1280160"/>
            <a:ext cx="67208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Começa quando: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registro, verificação e login funcionarem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6720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Autorização por papel (RBAC) reutilizável nas rotas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H14 · admin criado por comando; usuários internos por rota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H4 · GET e PUT /v1/me com upsert e evento cliente_cadastrado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Catálogo de serviços com dados iniciais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H5 · solicitar orçamento (exige cadastro e e-mail verificado)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H6 · meus projetos paginados e histórico por seq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Projeto de outro cliente devolve 404, nunca 403</a:t>
            </a:r>
            <a:endParaRPr lang="en-US" sz="1700" dirty="0"/>
          </a:p>
        </p:txBody>
      </p:sp>
      <p:sp>
        <p:nvSpPr>
          <p:cNvPr id="7" name="pronto para avancar"/>
          <p:cNvSpPr/>
          <p:nvPr/>
        </p:nvSpPr>
        <p:spPr>
          <a:xfrm>
            <a:off x="7498080" y="1280160"/>
            <a:ext cx="4142232" cy="493776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8" name="pronto circle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362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4964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avançar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46888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Critérios de H4, H5, H6 e H14 com teste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Teste para cada papel × rota que deve ser negada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Pelo Swagger: criar conta, cadastrar e solicitar orçamento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Semana 4 · Máquina de estados e propostas</a:t>
            </a:r>
            <a:endParaRPr lang="en-US" sz="3400" dirty="0"/>
          </a:p>
        </p:txBody>
      </p:sp>
      <p:sp>
        <p:nvSpPr>
          <p:cNvPr id="3" name="comeca quando"/>
          <p:cNvSpPr/>
          <p:nvPr/>
        </p:nvSpPr>
        <p:spPr>
          <a:xfrm>
            <a:off x="548640" y="1280160"/>
            <a:ext cx="67208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Começa quando: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existir um projeto em solicitado criado pela API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6720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Tabela de transições como dado: (de, para, papel)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Serviço transicionar: FOR UPDATE, valida, atualiza e grava evento numa transação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Tabela proposta com versões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H7 fila do comercial · H8 enviar proposta · H9 aceitar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H10 recusar ou pedir revisão · H13 encerrar com motivo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Testes parametrizados: cada linha passa, cada par fora falha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Teste de concorrência e ADR 0003</a:t>
            </a:r>
            <a:endParaRPr lang="en-US" sz="1700" dirty="0"/>
          </a:p>
        </p:txBody>
      </p:sp>
      <p:sp>
        <p:nvSpPr>
          <p:cNvPr id="7" name="pronto para avancar"/>
          <p:cNvSpPr/>
          <p:nvPr/>
        </p:nvSpPr>
        <p:spPr>
          <a:xfrm>
            <a:off x="7498080" y="1280160"/>
            <a:ext cx="4142232" cy="493776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8" name="pronto circle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362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4964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avançar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46888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100% das transições do MVP testadas, válidas e inválidas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Teste de concorrência passa 20 vezes seguidas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Histórico mostra solicitação → proposta → revisão → aceite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Semana 5 · Sinal de 50% pelo Stripe</a:t>
            </a:r>
            <a:endParaRPr lang="en-US" sz="3400" dirty="0"/>
          </a:p>
        </p:txBody>
      </p:sp>
      <p:sp>
        <p:nvSpPr>
          <p:cNvPr id="3" name="comeca quando"/>
          <p:cNvSpPr/>
          <p:nvPr/>
        </p:nvSpPr>
        <p:spPr>
          <a:xfrm>
            <a:off x="548640" y="1280160"/>
            <a:ext cx="67208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Começa quando: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um projeto chegar a aguardando_sinal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6720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Tabelas pagamento (uma pendente por projeto e tipo) e webhook_recebido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Interface Gateway: Stripe de verdade e uma falsa para testes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H11 · cobrança de floor(valor / 2) com chave de idempotência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Chamar de novo devolve a mesma cobrança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H12 · webhook com assinatura validada, confirmação numa transação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Evento repetido sem efeito; valor divergente registrado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Teste local com stripe listen e ADR 0004</a:t>
            </a:r>
            <a:endParaRPr lang="en-US" sz="1700" dirty="0"/>
          </a:p>
        </p:txBody>
      </p:sp>
      <p:sp>
        <p:nvSpPr>
          <p:cNvPr id="7" name="pronto para avancar"/>
          <p:cNvSpPr/>
          <p:nvPr/>
        </p:nvSpPr>
        <p:spPr>
          <a:xfrm>
            <a:off x="7498080" y="1280160"/>
            <a:ext cx="4142232" cy="493776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8" name="pronto circle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362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4964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Pronto para avançar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46888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Teste: webhook repetido não paga duas vezes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Teste: assinatura inválida não grava nada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Cartão 4242 4242 4242 4242 leva o projeto a em_desenvolvimento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Semana 6 · Folga e acabamento</a:t>
            </a:r>
            <a:endParaRPr lang="en-US" sz="3400" dirty="0"/>
          </a:p>
        </p:txBody>
      </p:sp>
      <p:sp>
        <p:nvSpPr>
          <p:cNvPr id="3" name="comeca quando"/>
          <p:cNvSpPr/>
          <p:nvPr/>
        </p:nvSpPr>
        <p:spPr>
          <a:xfrm>
            <a:off x="548640" y="1280160"/>
            <a:ext cx="67208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Começa quando: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semana 5 terminar, ou antes, para recuperar atraso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6720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Recuperar o que atrasou nas semanas 1 a 5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Cobertura mínima de 85% em servicos/ e mypy estrito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Revisar mensagens e códigos de erro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README em inglês: arquitetura, máquina de estados, como rodar e testar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Revisar ADRs e diário; vídeo de 2 minutos (opcional)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Tag v0.1.0-mvp no GitLab</a:t>
            </a:r>
            <a:endParaRPr lang="en-US" sz="17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Currículo de back-end com o link do repositório</a:t>
            </a:r>
            <a:endParaRPr lang="en-US" sz="1700" dirty="0"/>
          </a:p>
        </p:txBody>
      </p:sp>
      <p:sp>
        <p:nvSpPr>
          <p:cNvPr id="7" name="pronto para avancar"/>
          <p:cNvSpPr/>
          <p:nvPr/>
        </p:nvSpPr>
        <p:spPr>
          <a:xfrm>
            <a:off x="7498080" y="1280160"/>
            <a:ext cx="4142232" cy="4937760"/>
          </a:xfrm>
          <a:prstGeom prst="roundRect">
            <a:avLst>
              <a:gd name="adj" fmla="val 1766"/>
            </a:avLst>
          </a:prstGeom>
          <a:solidFill>
            <a:schemeClr val="tx2"/>
          </a:solidFill>
          <a:ln/>
        </p:spPr>
      </p:sp>
      <p:sp>
        <p:nvSpPr>
          <p:cNvPr id="8" name="pronto circle"/>
          <p:cNvSpPr/>
          <p:nvPr/>
        </p:nvSpPr>
        <p:spPr>
          <a:xfrm>
            <a:off x="7818120" y="16002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pront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4183" y="17362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49640" y="1600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Marco: MVP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2468880"/>
            <a:ext cx="3566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Jornada solicitação → proposta → aceite → sinal pago pela API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Todas as transições do MVP testadas e CI verde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Qualquer pessoa sobe o projeto seguindo só o README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 atrasar: a ordem de corte já está decidida</a:t>
            </a:r>
            <a:endParaRPr lang="en-US" sz="3400" dirty="0"/>
          </a:p>
        </p:txBody>
      </p:sp>
      <p:sp>
        <p:nvSpPr>
          <p:cNvPr id="3" name="passo 0"/>
          <p:cNvSpPr/>
          <p:nvPr/>
        </p:nvSpPr>
        <p:spPr>
          <a:xfrm>
            <a:off x="548640" y="14173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4" name="passo 0 circle"/>
          <p:cNvSpPr/>
          <p:nvPr/>
        </p:nvSpPr>
        <p:spPr>
          <a:xfrm>
            <a:off x="822960" y="1691640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asso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1836481"/>
            <a:ext cx="313822" cy="3138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Passou 3 dias do previsto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a folga da semana 6</a:t>
            </a:r>
            <a:endParaRPr lang="en-US" sz="1500" dirty="0"/>
          </a:p>
        </p:txBody>
      </p:sp>
      <p:sp>
        <p:nvSpPr>
          <p:cNvPr id="8" name="passo 1"/>
          <p:cNvSpPr/>
          <p:nvPr/>
        </p:nvSpPr>
        <p:spPr>
          <a:xfrm>
            <a:off x="3355848" y="14173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9" name="passo 1 circle"/>
          <p:cNvSpPr/>
          <p:nvPr/>
        </p:nvSpPr>
        <p:spPr>
          <a:xfrm>
            <a:off x="3630168" y="16916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asso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009" y="1836481"/>
            <a:ext cx="313822" cy="31382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168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 folga acabou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Corte as mensagens de erro refinadas</a:t>
            </a:r>
            <a:endParaRPr lang="en-US" sz="1500" dirty="0"/>
          </a:p>
        </p:txBody>
      </p:sp>
      <p:sp>
        <p:nvSpPr>
          <p:cNvPr id="13" name="passo 2"/>
          <p:cNvSpPr/>
          <p:nvPr/>
        </p:nvSpPr>
        <p:spPr>
          <a:xfrm>
            <a:off x="6163056" y="14173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4" name="passo 2 circle"/>
          <p:cNvSpPr/>
          <p:nvPr/>
        </p:nvSpPr>
        <p:spPr>
          <a:xfrm>
            <a:off x="6437376" y="16916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asso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217" y="1836481"/>
            <a:ext cx="313822" cy="31382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7376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Ainda atrasado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37376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H14 fica só com o admin por comando</a:t>
            </a:r>
            <a:endParaRPr lang="en-US" sz="1500" dirty="0"/>
          </a:p>
        </p:txBody>
      </p:sp>
      <p:sp>
        <p:nvSpPr>
          <p:cNvPr id="18" name="passo 3"/>
          <p:cNvSpPr/>
          <p:nvPr/>
        </p:nvSpPr>
        <p:spPr>
          <a:xfrm>
            <a:off x="8970264" y="1417320"/>
            <a:ext cx="2606040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9" name="passo 3 circle"/>
          <p:cNvSpPr/>
          <p:nvPr/>
        </p:nvSpPr>
        <p:spPr>
          <a:xfrm>
            <a:off x="9244584" y="16916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passo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425" y="1836481"/>
            <a:ext cx="313822" cy="31382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4584" y="2468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Último recurso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244584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H13, o encerramento pelo admin</a:t>
            </a:r>
            <a:endParaRPr lang="en-US" sz="1500" dirty="0"/>
          </a:p>
        </p:txBody>
      </p:sp>
      <p:sp>
        <p:nvSpPr>
          <p:cNvPr id="23" name="nunca cortar"/>
          <p:cNvSpPr/>
          <p:nvPr/>
        </p:nvSpPr>
        <p:spPr>
          <a:xfrm>
            <a:off x="548640" y="4206240"/>
            <a:ext cx="11091672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24" name="nunca circle"/>
          <p:cNvSpPr/>
          <p:nvPr/>
        </p:nvSpPr>
        <p:spPr>
          <a:xfrm>
            <a:off x="914400" y="47091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nunca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5" y="4884725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920240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se corta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1920240" y="4937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Os testes da tabela de transições e o webhook idempotente. São eles que provam o que o projeto promete.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Depois do MVP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1. Começar as candidaturas com o repositório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2. Escrever o cronograma da v1 com o ritmo real medido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3. Semana 7: a v1 começa rumo à publicação na web</a:t>
            </a:r>
            <a:endParaRPr lang="en-US" sz="2200" dirty="0"/>
          </a:p>
        </p:txBody>
      </p:sp>
      <p:sp>
        <p:nvSpPr>
          <p:cNvPr id="4" name="anel"/>
          <p:cNvSpPr/>
          <p:nvPr/>
        </p:nvSpPr>
        <p:spPr>
          <a:xfrm>
            <a:off x="9052560" y="1463040"/>
            <a:ext cx="2926080" cy="292608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5" name="icone fogue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3317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zymandias">
  <a:themeElements>
    <a:clrScheme name="Ozymandias">
      <a:dk1>
        <a:srgbClr val="1E1B18"/>
      </a:dk1>
      <a:lt1>
        <a:srgbClr val="FFFFFF"/>
      </a:lt1>
      <a:dk2>
        <a:srgbClr val="2A2622"/>
      </a:dk2>
      <a:lt2>
        <a:srgbClr val="EFEDE9"/>
      </a:lt2>
      <a:accent1>
        <a:srgbClr val="C08A2E"/>
      </a:accent1>
      <a:accent2>
        <a:srgbClr val="3D6B66"/>
      </a:accent2>
      <a:accent3>
        <a:srgbClr val="A8473A"/>
      </a:accent3>
      <a:accent4>
        <a:srgbClr val="6E6A63"/>
      </a:accent4>
      <a:accent5>
        <a:srgbClr val="E7D3A8"/>
      </a:accent5>
      <a:accent6>
        <a:srgbClr val="CFE0DD"/>
      </a:accent6>
      <a:hlink>
        <a:srgbClr val="3D6B66"/>
      </a:hlink>
      <a:folHlink>
        <a:srgbClr val="6E6A63"/>
      </a:folHlink>
    </a:clrScheme>
    <a:fontScheme name="Ozymandi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Ozymandias — Cronograma do MVP</dc:title>
  <dc:subject>PptxGenJS Presentation</dc:subject>
  <dc:creator>Guilherme Nascimento Silva</dc:creator>
  <cp:lastModifiedBy>Guilherme Nascimento Silva</cp:lastModifiedBy>
  <cp:revision>1</cp:revision>
  <dcterms:created xsi:type="dcterms:W3CDTF">2026-10-04T19:41:29Z</dcterms:created>
  <dcterms:modified xsi:type="dcterms:W3CDTF">2026-10-04T19:41:29Z</dcterms:modified>
</cp:coreProperties>
</file>